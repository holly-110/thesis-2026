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9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C8F-4DAD-4D44-8444-418DDCC6F428}" type="datetimeFigureOut">
              <a:rPr kumimoji="1" lang="ja-JP" altLang="en-US" smtClean="0"/>
              <a:t>2015/12/29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AAFF4-BD73-40E6-A9F6-2BC050713F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0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C8F-4DAD-4D44-8444-418DDCC6F428}" type="datetimeFigureOut">
              <a:rPr kumimoji="1" lang="ja-JP" altLang="en-US" smtClean="0"/>
              <a:t>2015/12/29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AAFF4-BD73-40E6-A9F6-2BC050713F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23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C8F-4DAD-4D44-8444-418DDCC6F428}" type="datetimeFigureOut">
              <a:rPr kumimoji="1" lang="ja-JP" altLang="en-US" smtClean="0"/>
              <a:t>2015/12/29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AAFF4-BD73-40E6-A9F6-2BC050713F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595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C8F-4DAD-4D44-8444-418DDCC6F428}" type="datetimeFigureOut">
              <a:rPr kumimoji="1" lang="ja-JP" altLang="en-US" smtClean="0"/>
              <a:t>2015/12/29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AAFF4-BD73-40E6-A9F6-2BC050713F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973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C8F-4DAD-4D44-8444-418DDCC6F428}" type="datetimeFigureOut">
              <a:rPr kumimoji="1" lang="ja-JP" altLang="en-US" smtClean="0"/>
              <a:t>2015/12/29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AAFF4-BD73-40E6-A9F6-2BC050713F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191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C8F-4DAD-4D44-8444-418DDCC6F428}" type="datetimeFigureOut">
              <a:rPr kumimoji="1" lang="ja-JP" altLang="en-US" smtClean="0"/>
              <a:t>2015/12/29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AAFF4-BD73-40E6-A9F6-2BC050713F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52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C8F-4DAD-4D44-8444-418DDCC6F428}" type="datetimeFigureOut">
              <a:rPr kumimoji="1" lang="ja-JP" altLang="en-US" smtClean="0"/>
              <a:t>2015/12/29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AAFF4-BD73-40E6-A9F6-2BC050713F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092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C8F-4DAD-4D44-8444-418DDCC6F428}" type="datetimeFigureOut">
              <a:rPr kumimoji="1" lang="ja-JP" altLang="en-US" smtClean="0"/>
              <a:t>2015/12/29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AAFF4-BD73-40E6-A9F6-2BC050713F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6063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C8F-4DAD-4D44-8444-418DDCC6F428}" type="datetimeFigureOut">
              <a:rPr kumimoji="1" lang="ja-JP" altLang="en-US" smtClean="0"/>
              <a:t>2015/12/29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AAFF4-BD73-40E6-A9F6-2BC050713F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809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C8F-4DAD-4D44-8444-418DDCC6F428}" type="datetimeFigureOut">
              <a:rPr kumimoji="1" lang="ja-JP" altLang="en-US" smtClean="0"/>
              <a:t>2015/12/29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AAFF4-BD73-40E6-A9F6-2BC050713F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3135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FDC8F-4DAD-4D44-8444-418DDCC6F428}" type="datetimeFigureOut">
              <a:rPr kumimoji="1" lang="ja-JP" altLang="en-US" smtClean="0"/>
              <a:t>2015/12/29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AAFF4-BD73-40E6-A9F6-2BC050713F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013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FDC8F-4DAD-4D44-8444-418DDCC6F428}" type="datetimeFigureOut">
              <a:rPr kumimoji="1" lang="ja-JP" altLang="en-US" smtClean="0"/>
              <a:t>2015/12/29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AAFF4-BD73-40E6-A9F6-2BC050713F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31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4035287" y="2027583"/>
            <a:ext cx="1282148" cy="7752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二等辺三角形 4"/>
          <p:cNvSpPr/>
          <p:nvPr/>
        </p:nvSpPr>
        <p:spPr>
          <a:xfrm>
            <a:off x="4572000" y="1555474"/>
            <a:ext cx="1093304" cy="944217"/>
          </a:xfrm>
          <a:prstGeom prst="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フローチャート: 複数書類 5"/>
          <p:cNvSpPr/>
          <p:nvPr/>
        </p:nvSpPr>
        <p:spPr>
          <a:xfrm>
            <a:off x="3511296" y="2271787"/>
            <a:ext cx="1060704" cy="758952"/>
          </a:xfrm>
          <a:prstGeom prst="flowChartMultidocumen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217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940223396014849B10852B297EBCB50" ma:contentTypeVersion="15" ma:contentTypeDescription="新しいドキュメントを作成します。" ma:contentTypeScope="" ma:versionID="d3bc16b593a6806d21bad507c567455d">
  <xsd:schema xmlns:xsd="http://www.w3.org/2001/XMLSchema" xmlns:xs="http://www.w3.org/2001/XMLSchema" xmlns:p="http://schemas.microsoft.com/office/2006/metadata/properties" xmlns:ns2="01e1ca10-6133-4a0b-9bb7-71aa78c88fc0" xmlns:ns3="6b51078b-74d7-4ea2-bd59-f21ec94f2444" targetNamespace="http://schemas.microsoft.com/office/2006/metadata/properties" ma:root="true" ma:fieldsID="093d8c8b6d1849afc3fdc84c982fdc53" ns2:_="" ns3:_="">
    <xsd:import namespace="01e1ca10-6133-4a0b-9bb7-71aa78c88fc0"/>
    <xsd:import namespace="6b51078b-74d7-4ea2-bd59-f21ec94f24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1ca10-6133-4a0b-9bb7-71aa78c88f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d665d802-0e3f-4965-8b3e-31b3bf3530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51078b-74d7-4ea2-bd59-f21ec94f244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983bc77-8dde-41c3-9f97-9b371b01f9e5}" ma:internalName="TaxCatchAll" ma:showField="CatchAllData" ma:web="6b51078b-74d7-4ea2-bd59-f21ec94f24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1e1ca10-6133-4a0b-9bb7-71aa78c88fc0">
      <Terms xmlns="http://schemas.microsoft.com/office/infopath/2007/PartnerControls"/>
    </lcf76f155ced4ddcb4097134ff3c332f>
    <TaxCatchAll xmlns="6b51078b-74d7-4ea2-bd59-f21ec94f2444" xsi:nil="true"/>
  </documentManagement>
</p:properties>
</file>

<file path=customXml/itemProps1.xml><?xml version="1.0" encoding="utf-8"?>
<ds:datastoreItem xmlns:ds="http://schemas.openxmlformats.org/officeDocument/2006/customXml" ds:itemID="{0FC94373-DDAF-4AA2-A240-ABEBBEC3E9E6}"/>
</file>

<file path=customXml/itemProps2.xml><?xml version="1.0" encoding="utf-8"?>
<ds:datastoreItem xmlns:ds="http://schemas.openxmlformats.org/officeDocument/2006/customXml" ds:itemID="{EB4B6A3F-F0BA-413D-98C2-7C29FCE3F73E}"/>
</file>

<file path=customXml/itemProps3.xml><?xml version="1.0" encoding="utf-8"?>
<ds:datastoreItem xmlns:ds="http://schemas.openxmlformats.org/officeDocument/2006/customXml" ds:itemID="{FD310464-2EAB-47E3-8B15-ED062E41FADB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Company>Gifu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Tadahiro Matsumoto</dc:creator>
  <cp:lastModifiedBy>Tadahiro Matsumoto</cp:lastModifiedBy>
  <cp:revision>1</cp:revision>
  <dcterms:created xsi:type="dcterms:W3CDTF">2015-12-29T06:04:32Z</dcterms:created>
  <dcterms:modified xsi:type="dcterms:W3CDTF">2015-12-29T06:06:23Z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0x0101009940223396014849B10852B297EBCB50</vt:lpwstr>
  </property>
</Properties>
</file>